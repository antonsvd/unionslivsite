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3C5E7C-B84B-4502-A950-40716D431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228B31-79C6-4D40-9657-86BEC5A41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B31D9A-3212-4172-A834-27B9DE787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56248-7B31-49AB-BC79-EA41BFE13AA6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3AF0E4-C6F3-4C86-BD36-669B8582D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E630CD-06DD-4FD3-95A0-2A33346E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09086-F2AE-4787-8253-17505E172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989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0B5749-23C0-4691-8948-C7E3FB1F2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531145-D4BC-462A-BF16-0262A65AA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B93CC3-EDBC-4F97-83D6-C148CC0FC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56248-7B31-49AB-BC79-EA41BFE13AA6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06D640-F1E1-4AAC-8B86-44B608AEF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4CA275-2519-476A-B8EE-85A69B616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09086-F2AE-4787-8253-17505E172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074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63D1D2-55BB-4465-BC87-1512D10DC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C4FB7F-5203-4787-88EB-2DE9D3E53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E45AEB-8E39-42ED-B38F-675276875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56248-7B31-49AB-BC79-EA41BFE13AA6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880CC0-454B-4E60-8127-15E392D21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43DEA3-3A69-4782-988E-21A13DB4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09086-F2AE-4787-8253-17505E172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044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F3BAAA-72A4-4383-827F-E5E852B8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2F941C-D115-45FD-A2CB-2DB825378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30103C8-0335-4CDF-BCE5-B67969B7E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6FF751-2F7D-468F-9D3F-50DFEF599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56248-7B31-49AB-BC79-EA41BFE13AA6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F9A0058-27B5-4E5E-92D8-01CEEFB55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FCBD76-39D0-4D4E-BA23-CECC6F03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09086-F2AE-4787-8253-17505E172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366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F0E29E-4004-4F9C-BCDF-3A418FF38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45C89D-A1BD-463E-AE44-2C798AFC7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D0240CB-8E0F-4B28-9DEC-2CE0C2A1E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1F83D5-01B5-446A-AFD5-05EAAD7FA1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695361D-7BD1-44A5-A461-3822066F8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0D8C22A-5E7F-44C1-AB69-6E7C365B4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56248-7B31-49AB-BC79-EA41BFE13AA6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6BF4105-B773-4AFC-8F85-66B9E7C03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80CFCF5-EE35-4E0A-9CC8-57E1D88F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09086-F2AE-4787-8253-17505E172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750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AF43D-AC23-4BED-85B8-0469DF796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2AB8393-1F49-47AD-A278-F7F80D97A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56248-7B31-49AB-BC79-EA41BFE13AA6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2C8A83E-AD81-455B-B18C-69591AC55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6DB3212-1EBF-455D-96DF-B2DCEDAE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09086-F2AE-4787-8253-17505E172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640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85A3DF0-6894-4C9E-A591-0AC8ABC72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56248-7B31-49AB-BC79-EA41BFE13AA6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512CF3D-B087-4D76-AD80-4333DBEA9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6E0CA9-3FA5-48E0-A224-429356727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09086-F2AE-4787-8253-17505E172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642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63D203-4BD8-408F-8CA1-B194751BC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D303A5-435C-4170-B343-0D645184E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E7FC7B-3C7A-4750-A07D-AEDC64C0D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66DB2F-4851-47BA-8D71-3810B76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56248-7B31-49AB-BC79-EA41BFE13AA6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B979960-5A7A-482C-B5E0-AA7AE4CAE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098CC5-17BF-406B-A573-E825091C9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09086-F2AE-4787-8253-17505E172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9988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DE075A-91FC-4A40-9E00-62DEC244E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92E9A6B-89CA-4C6B-8D18-1EF761905D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AE6084-796A-470B-A988-20F80E547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E899B7-3EB8-48FD-9588-E28FE3339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56248-7B31-49AB-BC79-EA41BFE13AA6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9DD107-8E08-4F84-8B39-E52D62D60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F39538-C59A-47BD-92B0-163C455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09086-F2AE-4787-8253-17505E172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668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A5ABC-AE0A-4100-9B7C-BFC598A52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F656A47-5025-438D-8A62-018E603C7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77969B-12B3-43EB-905D-26F958521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56248-7B31-49AB-BC79-EA41BFE13AA6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50A417-1BAA-4F00-8673-74B47A74F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3E79EC-2BBC-41AA-AD1D-DA8095B4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09086-F2AE-4787-8253-17505E172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428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4AF5367-33F7-4F00-8989-34ECB36706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9380FB-6204-4841-98B5-8C8CB923F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FE3598-D6B8-4E87-9213-C9F3BE385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56248-7B31-49AB-BC79-EA41BFE13AA6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422B17-0FDD-474B-8B12-61B230A00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47D94B-95BD-4E60-8470-D5C01CF65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09086-F2AE-4787-8253-17505E172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90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1FA97E-9DAC-4058-9828-C9684F200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8AD635-055B-4207-BC41-D656ECDFA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132976-4392-4CE6-A15F-9C886BD824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56248-7B31-49AB-BC79-EA41BFE13AA6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765C89-C84A-4A09-B9CB-E35147F57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7D1585-D6C5-4F00-ADF2-96FEB9ACE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09086-F2AE-4787-8253-17505E172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943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FD5CC4-C806-47C0-ADD0-927F68929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1387" y="816659"/>
            <a:ext cx="9144000" cy="666095"/>
          </a:xfrm>
        </p:spPr>
        <p:txBody>
          <a:bodyPr>
            <a:noAutofit/>
          </a:bodyPr>
          <a:lstStyle/>
          <a:p>
            <a:r>
              <a:rPr lang="ru-RU" sz="32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Почему же администрации не стоит выполнять тикеты в моделях, не установленных при появлении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584C445-E7A5-4D44-85E8-EFA3CC3DA3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02297"/>
            <a:ext cx="9144000" cy="3655503"/>
          </a:xfrm>
        </p:spPr>
        <p:txBody>
          <a:bodyPr/>
          <a:lstStyle/>
          <a:p>
            <a:r>
              <a:rPr lang="ru-RU" dirty="0"/>
              <a:t>Сегодня мы поднимем очень важную тему со стороны администрации</a:t>
            </a:r>
            <a:r>
              <a:rPr lang="en-US" dirty="0"/>
              <a:t>:</a:t>
            </a:r>
          </a:p>
          <a:p>
            <a:r>
              <a:rPr lang="en-US" dirty="0"/>
              <a:t>1.</a:t>
            </a:r>
            <a:r>
              <a:rPr lang="ru-RU" dirty="0"/>
              <a:t>Почему это нельзя делать?</a:t>
            </a:r>
            <a:br>
              <a:rPr lang="ru-RU" dirty="0"/>
            </a:br>
            <a:r>
              <a:rPr lang="ru-RU" dirty="0"/>
              <a:t>2.К чему это может привести?</a:t>
            </a:r>
            <a:br>
              <a:rPr lang="ru-RU" dirty="0"/>
            </a:br>
            <a:r>
              <a:rPr lang="ru-RU" dirty="0"/>
              <a:t>3. Что же всё таки нужно делать, вместо </a:t>
            </a:r>
            <a:r>
              <a:rPr lang="ru-RU" dirty="0" err="1"/>
              <a:t>выпрашивания</a:t>
            </a:r>
            <a:r>
              <a:rPr lang="ru-RU" dirty="0"/>
              <a:t> моделей у старшего состава и состава </a:t>
            </a:r>
            <a:r>
              <a:rPr lang="ru-RU" dirty="0" err="1"/>
              <a:t>ивентологии</a:t>
            </a:r>
            <a:r>
              <a:rPr lang="ru-RU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78545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Картина &quot;Строгость&quot;">
            <a:extLst>
              <a:ext uri="{FF2B5EF4-FFF2-40B4-BE49-F238E27FC236}">
                <a16:creationId xmlns:a16="http://schemas.microsoft.com/office/drawing/2014/main" id="{976278EC-B764-4416-B67D-F753D997D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9040"/>
            <a:ext cx="12801600" cy="7096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0C1AF9-8E87-462E-80FC-F22657A6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Почему не стоит этого делать</a:t>
            </a:r>
            <a:br>
              <a:rPr lang="ru-RU" sz="2800" dirty="0"/>
            </a:br>
            <a:r>
              <a:rPr lang="ru-RU" sz="800" dirty="0"/>
              <a:t>(</a:t>
            </a:r>
            <a:r>
              <a:rPr lang="ru-RU" sz="800" dirty="0">
                <a:solidFill>
                  <a:schemeClr val="bg1"/>
                </a:solidFill>
              </a:rPr>
              <a:t>Плюсы и минусы)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F12D93-FB49-4101-8A79-5C9E5B749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Положительные факты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347C7EC-3507-47BA-A3A2-E2102C2651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Это весело и помогает игрокам не нервничать на жалобах</a:t>
            </a:r>
          </a:p>
          <a:p>
            <a:r>
              <a:rPr lang="ru-RU" dirty="0">
                <a:solidFill>
                  <a:schemeClr val="bg1"/>
                </a:solidFill>
              </a:rPr>
              <a:t>Наличие разных моделей делает каждого админа отдельной личностью, которую ни с кем не спутать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4E03EEF-E96C-4A69-A0AA-CB4B1AAA80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Негативные факты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5A772B6-1593-4238-9C78-EB1118FB671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Игроки могут сделать вывод о некомпетентности сотрудника из-за неподобающего внешнего вида</a:t>
            </a:r>
          </a:p>
          <a:p>
            <a:r>
              <a:rPr lang="ru-RU" dirty="0">
                <a:solidFill>
                  <a:srgbClr val="FF0000"/>
                </a:solidFill>
              </a:rPr>
              <a:t>Администратор может отвлекаться на свой скин, вместо выполнения своей работы</a:t>
            </a:r>
          </a:p>
        </p:txBody>
      </p:sp>
    </p:spTree>
    <p:extLst>
      <p:ext uri="{BB962C8B-B14F-4D97-AF65-F5344CB8AC3E}">
        <p14:creationId xmlns:p14="http://schemas.microsoft.com/office/powerpoint/2010/main" val="262956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9C6D04-56BC-4B29-AF78-151E73322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497" y="319814"/>
            <a:ext cx="9144000" cy="254001"/>
          </a:xfrm>
        </p:spPr>
        <p:txBody>
          <a:bodyPr>
            <a:noAutofit/>
          </a:bodyPr>
          <a:lstStyle/>
          <a:p>
            <a:r>
              <a:rPr lang="ru-RU" sz="4800" dirty="0"/>
              <a:t>К чему это может привести?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8AA487F-B9C7-471D-BD7C-C8595DCAA6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1721" y="573815"/>
            <a:ext cx="9144000" cy="5122310"/>
          </a:xfrm>
        </p:spPr>
        <p:txBody>
          <a:bodyPr/>
          <a:lstStyle/>
          <a:p>
            <a:r>
              <a:rPr lang="ru-RU" dirty="0"/>
              <a:t>Как уже было сказано</a:t>
            </a:r>
            <a:r>
              <a:rPr lang="en-US" dirty="0"/>
              <a:t>: </a:t>
            </a:r>
            <a:endParaRPr lang="ru-RU" dirty="0"/>
          </a:p>
          <a:p>
            <a:r>
              <a:rPr lang="ru-RU" dirty="0">
                <a:solidFill>
                  <a:srgbClr val="FF0000"/>
                </a:solidFill>
              </a:rPr>
              <a:t>Игроки могут сделать вывод о некомпетентности сотрудника из-за неподобающего внешнего вида, </a:t>
            </a:r>
          </a:p>
          <a:p>
            <a:r>
              <a:rPr lang="ru-RU" dirty="0">
                <a:solidFill>
                  <a:srgbClr val="FF0000"/>
                </a:solidFill>
              </a:rPr>
              <a:t>помимо этого вы можете получить выговор от старшей администрации, что плохо скажется на вашей репутации</a:t>
            </a:r>
          </a:p>
          <a:p>
            <a:endParaRPr lang="ru-RU" dirty="0">
              <a:solidFill>
                <a:srgbClr val="FF0000"/>
              </a:solidFill>
            </a:endParaRPr>
          </a:p>
          <a:p>
            <a:r>
              <a:rPr lang="ru-RU" dirty="0">
                <a:solidFill>
                  <a:srgbClr val="FF0000"/>
                </a:solidFill>
              </a:rPr>
              <a:t>Плохая репутация вредна тем, что она </a:t>
            </a:r>
            <a:r>
              <a:rPr lang="ru-RU" b="1" dirty="0">
                <a:solidFill>
                  <a:srgbClr val="FF0000"/>
                </a:solidFill>
              </a:rPr>
              <a:t>разрушает доверие</a:t>
            </a:r>
            <a:r>
              <a:rPr lang="ru-RU" dirty="0">
                <a:solidFill>
                  <a:srgbClr val="FF0000"/>
                </a:solidFill>
              </a:rPr>
              <a:t>, из-за чего люди и организации отказываются от любого сотрудничества с вами.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005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C914B9-35CB-4057-882A-CA14E5AA8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890"/>
            <a:ext cx="9144000" cy="506704"/>
          </a:xfrm>
        </p:spPr>
        <p:txBody>
          <a:bodyPr>
            <a:normAutofit/>
          </a:bodyPr>
          <a:lstStyle/>
          <a:p>
            <a:r>
              <a:rPr lang="ru-RU" sz="2800" dirty="0"/>
              <a:t>Итак, ответим ясно и кратко…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A9B5E71-4931-455E-A3D8-08D1E00EF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54341"/>
            <a:ext cx="9144000" cy="4603459"/>
          </a:xfrm>
        </p:spPr>
        <p:txBody>
          <a:bodyPr/>
          <a:lstStyle/>
          <a:p>
            <a:r>
              <a:rPr lang="ru-RU" dirty="0"/>
              <a:t>Вместо того, чтобы мешать своим коллегам работать, выпрашивая у них выдачу моделей лучше выполняйте норму, в случае если уже выполнили выйдите на улицу и потрогайте траву (ну или чайку попейте ребят, не надо людям мешать со своими просьбами)</a:t>
            </a:r>
          </a:p>
        </p:txBody>
      </p:sp>
    </p:spTree>
    <p:extLst>
      <p:ext uri="{BB962C8B-B14F-4D97-AF65-F5344CB8AC3E}">
        <p14:creationId xmlns:p14="http://schemas.microsoft.com/office/powerpoint/2010/main" val="2904977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9F8942-782F-4F58-A0D3-B796CD2B25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Благодарю вас 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C10DD2F-E6A3-4C63-9449-073A2EEA90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1000" dirty="0"/>
              <a:t>Если мне за это не снимут выговор я удалю </a:t>
            </a:r>
            <a:r>
              <a:rPr lang="ru-RU" sz="1000" dirty="0" err="1"/>
              <a:t>гарис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25941560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213</Words>
  <Application>Microsoft Office PowerPoint</Application>
  <PresentationFormat>Широкоэкранный</PresentationFormat>
  <Paragraphs>20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Почему же администрации не стоит выполнять тикеты в моделях, не установленных при появлении</vt:lpstr>
      <vt:lpstr>Почему не стоит этого делать (Плюсы и минусы)</vt:lpstr>
      <vt:lpstr>К чему это может привести?</vt:lpstr>
      <vt:lpstr>Итак, ответим ясно и кратко…</vt:lpstr>
      <vt:lpstr>Благодарю вас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Почему же администрации не стоит выполнять тикеты в моделях, не установленных при появлении</dc:title>
  <dc:creator>b Artem</dc:creator>
  <cp:lastModifiedBy>b Artem</cp:lastModifiedBy>
  <cp:revision>4</cp:revision>
  <dcterms:created xsi:type="dcterms:W3CDTF">2026-08-05T02:52:42Z</dcterms:created>
  <dcterms:modified xsi:type="dcterms:W3CDTF">2026-08-05T04:10:05Z</dcterms:modified>
</cp:coreProperties>
</file>